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203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73F90-9474-4699-AF15-F36CDB9A76D7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B7F23-FDD3-475E-A923-E16B207E9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0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691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251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709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960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00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831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009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072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DB7F23-FDD3-475E-A923-E16B207E960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86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3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9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75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7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42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6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1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1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6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26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93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49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98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08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81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46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92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523" y="1872641"/>
            <a:ext cx="6576551" cy="147343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Image Classifier with CNNs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5271" y="3798517"/>
            <a:ext cx="6781471" cy="1024003"/>
          </a:xfrm>
        </p:spPr>
        <p:txBody>
          <a:bodyPr>
            <a:normAutofit fontScale="925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Siddhant Das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Track: </a:t>
            </a:r>
            <a:r>
              <a:rPr lang="en-US" dirty="0"/>
              <a:t>Machine Learning &amp; Deep Learning (Image Classification)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405"/>
    </mc:Choice>
    <mc:Fallback>
      <p:transition spd="slow" advTm="704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Problem: Automatic Fruit Image Classifier from images.</a:t>
            </a:r>
          </a:p>
          <a:p>
            <a:endParaRPr lang="en-IN" dirty="0"/>
          </a:p>
          <a:p>
            <a:r>
              <a:rPr lang="en-IN" dirty="0"/>
              <a:t>Importance:</a:t>
            </a:r>
          </a:p>
          <a:p>
            <a:r>
              <a:rPr lang="en-IN" dirty="0"/>
              <a:t>- Agriculture (sorting fruits)</a:t>
            </a:r>
          </a:p>
          <a:p>
            <a:r>
              <a:rPr lang="en-IN" dirty="0"/>
              <a:t>- Retail (inventory automation)</a:t>
            </a:r>
          </a:p>
          <a:p>
            <a:r>
              <a:rPr lang="en-IN" dirty="0"/>
              <a:t>- Quality control</a:t>
            </a:r>
          </a:p>
          <a:p>
            <a:r>
              <a:rPr lang="en-IN" dirty="0"/>
              <a:t>- Efficiency improvement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40"/>
    </mc:Choice>
    <mc:Fallback>
      <p:transition spd="slow" advTm="824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built and compared three models:</a:t>
            </a:r>
          </a:p>
          <a:p>
            <a:r>
              <a:rPr dirty="0"/>
              <a:t>- Custom CNN</a:t>
            </a:r>
          </a:p>
          <a:p>
            <a:r>
              <a:rPr dirty="0"/>
              <a:t>- VGG16</a:t>
            </a:r>
          </a:p>
          <a:p>
            <a:r>
              <a:rPr dirty="0"/>
              <a:t>- ResNet50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All models were trained, evaluated, and tested.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1F55D-FF38-4546-7D58-C500F3F8E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12" y="3429000"/>
            <a:ext cx="3074894" cy="31231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Build a simple CNN from scratch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lang="en-IN" dirty="0"/>
              <a:t>Implement &amp; compare CNN,</a:t>
            </a:r>
            <a:r>
              <a:rPr dirty="0"/>
              <a:t> VGG16 and ResNet50</a:t>
            </a:r>
          </a:p>
          <a:p>
            <a:pPr marL="0" indent="0">
              <a:buNone/>
            </a:pPr>
            <a:r>
              <a:rPr dirty="0"/>
              <a:t>3. Compare performance of all models</a:t>
            </a:r>
          </a:p>
          <a:p>
            <a:pPr marL="0" indent="0">
              <a:buNone/>
            </a:pPr>
            <a:r>
              <a:rPr dirty="0"/>
              <a:t>4. Visualize results with plots and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Dataset: Fruits-360 (10 selected classes)</a:t>
            </a:r>
          </a:p>
          <a:p>
            <a:r>
              <a:rPr lang="en-IN" dirty="0"/>
              <a:t>Preprocessing: Resize to 128x128, Augmentation</a:t>
            </a:r>
          </a:p>
          <a:p>
            <a:r>
              <a:rPr lang="en-IN" dirty="0"/>
              <a:t>Models: CNN, VGG16, ResNet50</a:t>
            </a:r>
          </a:p>
          <a:p>
            <a:r>
              <a:rPr lang="en-IN" dirty="0"/>
              <a:t>Tools: Python, TensorFlow, </a:t>
            </a:r>
            <a:r>
              <a:rPr lang="en-IN" dirty="0" err="1"/>
              <a:t>Keras</a:t>
            </a:r>
            <a:endParaRPr lang="en-IN" dirty="0"/>
          </a:p>
          <a:p>
            <a:r>
              <a:rPr lang="en-IN" dirty="0"/>
              <a:t>Evaluation: Training, Validation,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Preprocessed dataset (resize, normalization, augmentation)</a:t>
            </a:r>
          </a:p>
          <a:p>
            <a:pPr marL="0" indent="0">
              <a:buNone/>
            </a:pPr>
            <a:r>
              <a:rPr dirty="0"/>
              <a:t>2. Built models (CNN, VGG16, ResNet50)</a:t>
            </a:r>
          </a:p>
          <a:p>
            <a:pPr marL="0" indent="0">
              <a:buNone/>
            </a:pPr>
            <a:r>
              <a:rPr dirty="0"/>
              <a:t>3. Trained with accuracy/loss tracking</a:t>
            </a:r>
          </a:p>
          <a:p>
            <a:pPr marL="0" indent="0">
              <a:buNone/>
            </a:pPr>
            <a:r>
              <a:rPr dirty="0"/>
              <a:t>4. Evaluated using test set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4DDFE-9BAE-36F1-9374-4D923CF30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035" y="4412687"/>
            <a:ext cx="6203576" cy="2258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Demo/Working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tested with unseen images.</a:t>
            </a:r>
          </a:p>
          <a:p>
            <a:endParaRPr dirty="0"/>
          </a:p>
          <a:p>
            <a:r>
              <a:rPr dirty="0"/>
              <a:t>Sample Result:</a:t>
            </a:r>
          </a:p>
          <a:p>
            <a:r>
              <a:rPr dirty="0"/>
              <a:t>Custom CNN → Banana (conf: 0.12)</a:t>
            </a:r>
          </a:p>
          <a:p>
            <a:r>
              <a:rPr dirty="0"/>
              <a:t>VGG16 → Banana (conf: 0.53)</a:t>
            </a:r>
          </a:p>
          <a:p>
            <a:r>
              <a:rPr dirty="0"/>
              <a:t>ResNet50 → Banana (conf: 0.23)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BF4FEB-438E-935F-7DDA-CD81619BD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706" y="3429000"/>
            <a:ext cx="3074894" cy="3123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</a:t>
            </a:r>
            <a:r>
              <a:rPr dirty="0"/>
              <a:t>Accuracy:</a:t>
            </a:r>
          </a:p>
          <a:p>
            <a:pPr marL="0" indent="0">
              <a:buNone/>
            </a:pPr>
            <a:r>
              <a:rPr dirty="0"/>
              <a:t>- Custom CNN: 0.96</a:t>
            </a:r>
          </a:p>
          <a:p>
            <a:pPr marL="0" indent="0">
              <a:buNone/>
            </a:pPr>
            <a:r>
              <a:rPr dirty="0"/>
              <a:t>- VGG16: 0.99</a:t>
            </a:r>
          </a:p>
          <a:p>
            <a:pPr marL="0" indent="0">
              <a:buNone/>
            </a:pPr>
            <a:r>
              <a:rPr dirty="0"/>
              <a:t>- ResNet50: 1.00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73CED-F0DD-EF36-78F1-AB1EB6020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758" y="1658470"/>
            <a:ext cx="2793284" cy="2566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CDB681-FFDC-F71A-C424-64E84C05C5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287"/>
          <a:stretch>
            <a:fillRect/>
          </a:stretch>
        </p:blipFill>
        <p:spPr bwMode="auto">
          <a:xfrm>
            <a:off x="6079503" y="1658469"/>
            <a:ext cx="2959401" cy="25669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F0072C-D67B-44AB-49F2-C751C18B2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758" y="4502260"/>
            <a:ext cx="2793284" cy="2131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3D002-DA23-9201-AFAA-58D50005B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503" y="4502260"/>
            <a:ext cx="2959401" cy="2131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8"/>
            <a:ext cx="7772400" cy="4267697"/>
          </a:xfrm>
        </p:spPr>
        <p:txBody>
          <a:bodyPr/>
          <a:lstStyle/>
          <a:p>
            <a:r>
              <a:rPr dirty="0"/>
              <a:t>Conclusion:</a:t>
            </a:r>
          </a:p>
          <a:p>
            <a:pPr marL="0" indent="0">
              <a:buNone/>
            </a:pPr>
            <a:r>
              <a:rPr dirty="0"/>
              <a:t>- All models performed well, with ResNet50 highest accuracy.</a:t>
            </a:r>
          </a:p>
          <a:p>
            <a:pPr marL="0" indent="0">
              <a:buNone/>
            </a:pPr>
            <a:r>
              <a:rPr dirty="0"/>
              <a:t>- Custom CNN worked but with lower accuracy.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pPr marL="0" indent="0">
              <a:buNone/>
            </a:pPr>
            <a:r>
              <a:rPr dirty="0"/>
              <a:t>- Expand dataset</a:t>
            </a:r>
          </a:p>
          <a:p>
            <a:pPr marL="0" indent="0">
              <a:buNone/>
            </a:pPr>
            <a:r>
              <a:rPr dirty="0"/>
              <a:t>- Improve augmentation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- Real-time mobile/web deployment</a:t>
            </a:r>
          </a:p>
          <a:p>
            <a:pPr>
              <a:buFontTx/>
              <a:buChar char="-"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Thank You</a:t>
            </a:r>
          </a:p>
          <a:p>
            <a:pPr>
              <a:buFontTx/>
              <a:buChar char="-"/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805"/>
    </mc:Choice>
    <mc:Fallback>
      <p:transition spd="slow" advTm="143805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250</TotalTime>
  <Words>294</Words>
  <Application>Microsoft Office PowerPoint</Application>
  <PresentationFormat>On-screen Show (4:3)</PresentationFormat>
  <Paragraphs>66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  <vt:variant>
        <vt:lpstr>Custom Shows</vt:lpstr>
      </vt:variant>
      <vt:variant>
        <vt:i4>1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Celestial</vt:lpstr>
      <vt:lpstr>Fruit Image Classifier with CNNs</vt:lpstr>
      <vt:lpstr>Problem Statement</vt:lpstr>
      <vt:lpstr>Project Outcome</vt:lpstr>
      <vt:lpstr>Objectives</vt:lpstr>
      <vt:lpstr>Methodology</vt:lpstr>
      <vt:lpstr>Implementation</vt:lpstr>
      <vt:lpstr>Demo/Working</vt:lpstr>
      <vt:lpstr>Results &amp; Observations</vt:lpstr>
      <vt:lpstr>Conclusion &amp; Future Work</vt:lpstr>
      <vt:lpstr>Custom Show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Siddhant Das</dc:creator>
  <cp:keywords/>
  <dc:description>generated using python-pptx</dc:description>
  <cp:lastModifiedBy>Siddhant Das</cp:lastModifiedBy>
  <cp:revision>8</cp:revision>
  <dcterms:created xsi:type="dcterms:W3CDTF">2013-01-27T09:14:16Z</dcterms:created>
  <dcterms:modified xsi:type="dcterms:W3CDTF">2025-09-21T10:20:22Z</dcterms:modified>
  <cp:category/>
</cp:coreProperties>
</file>